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fa391d714441e4" /><Relationship Type="http://schemas.openxmlformats.org/officeDocument/2006/relationships/extended-properties" Target="/docProps/app.xml" Id="R86d2d60ad6654d3d" /><Relationship Type="http://schemas.openxmlformats.org/officeDocument/2006/relationships/officeDocument" Target="/ppt/presentation.xml" Id="Re34455efc833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74267510e4e4d"/>
  </p:sldMasterIdLst>
  <p:notesMasterIdLst>
    <p:notesMasterId xmlns:r="http://schemas.openxmlformats.org/officeDocument/2006/relationships" r:id="Rbf426a04566e4748"/>
  </p:notesMasterIdLst>
  <p:sldIdLst>
    <p:sldId xmlns:r="http://schemas.openxmlformats.org/officeDocument/2006/relationships" id="256" r:id="R2eda92d68b6148f2"/>
    <p:sldId xmlns:r="http://schemas.openxmlformats.org/officeDocument/2006/relationships" id="257" r:id="R58dddbf420fd4303"/>
    <p:sldId xmlns:r="http://schemas.openxmlformats.org/officeDocument/2006/relationships" id="258" r:id="R1e3e1b0b77bb4686"/>
    <p:sldId xmlns:r="http://schemas.openxmlformats.org/officeDocument/2006/relationships" id="259" r:id="Rb697bc9228264615"/>
    <p:sldId xmlns:r="http://schemas.openxmlformats.org/officeDocument/2006/relationships" id="260" r:id="R0b6516ae7cca4026"/>
    <p:sldId xmlns:r="http://schemas.openxmlformats.org/officeDocument/2006/relationships" id="261" r:id="R1e21adcac4564853"/>
    <p:sldId xmlns:r="http://schemas.openxmlformats.org/officeDocument/2006/relationships" id="262" r:id="R06039118a0ba4119"/>
    <p:sldId xmlns:r="http://schemas.openxmlformats.org/officeDocument/2006/relationships" id="263" r:id="Ra8d4420778784535"/>
    <p:sldId xmlns:r="http://schemas.openxmlformats.org/officeDocument/2006/relationships" id="264" r:id="Rc9135285eabe4ba3"/>
    <p:sldId xmlns:r="http://schemas.openxmlformats.org/officeDocument/2006/relationships" id="265" r:id="R121e99c5ecba4597"/>
    <p:sldId xmlns:r="http://schemas.openxmlformats.org/officeDocument/2006/relationships" id="266" r:id="Rb0ce863953354020"/>
    <p:sldId xmlns:r="http://schemas.openxmlformats.org/officeDocument/2006/relationships" id="267" r:id="Rbd60726a74964459"/>
    <p:sldId xmlns:r="http://schemas.openxmlformats.org/officeDocument/2006/relationships" id="268" r:id="R773023f6762b41c7"/>
    <p:sldId xmlns:r="http://schemas.openxmlformats.org/officeDocument/2006/relationships" id="269" r:id="R08c68933d30149a3"/>
    <p:sldId xmlns:r="http://schemas.openxmlformats.org/officeDocument/2006/relationships" id="270" r:id="Rf9d8b3e4827c4766"/>
    <p:sldId xmlns:r="http://schemas.openxmlformats.org/officeDocument/2006/relationships" id="271" r:id="Re6fb6ea6f7fe4186"/>
    <p:sldId xmlns:r="http://schemas.openxmlformats.org/officeDocument/2006/relationships" id="272" r:id="R4c1680e8140149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6cecf6b964052" /><Relationship Type="http://schemas.openxmlformats.org/officeDocument/2006/relationships/slideMaster" Target="/ppt/slideMasters/slideMaster1.xml" Id="R63774267510e4e4d" /><Relationship Type="http://schemas.openxmlformats.org/officeDocument/2006/relationships/notesMaster" Target="/ppt/notesMasters/notesMaster1.xml" Id="Rbf426a04566e4748" /><Relationship Type="http://schemas.openxmlformats.org/officeDocument/2006/relationships/presProps" Target="/ppt/presProps.xml" Id="R795e1bef51344169" /><Relationship Type="http://schemas.openxmlformats.org/officeDocument/2006/relationships/tableStyles" Target="/ppt/tableStyles.xml" Id="R4c594f087375468b" /><Relationship Type="http://schemas.openxmlformats.org/officeDocument/2006/relationships/slide" Target="/ppt/slides/slide1.xml" Id="R2eda92d68b6148f2" /><Relationship Type="http://schemas.openxmlformats.org/officeDocument/2006/relationships/slide" Target="/ppt/slides/slide2.xml" Id="R58dddbf420fd4303" /><Relationship Type="http://schemas.openxmlformats.org/officeDocument/2006/relationships/slide" Target="/ppt/slides/slide3.xml" Id="R1e3e1b0b77bb4686" /><Relationship Type="http://schemas.openxmlformats.org/officeDocument/2006/relationships/slide" Target="/ppt/slides/slide4.xml" Id="Rb697bc9228264615" /><Relationship Type="http://schemas.openxmlformats.org/officeDocument/2006/relationships/slide" Target="/ppt/slides/slide5.xml" Id="R0b6516ae7cca4026" /><Relationship Type="http://schemas.openxmlformats.org/officeDocument/2006/relationships/slide" Target="/ppt/slides/slide6.xml" Id="R1e21adcac4564853" /><Relationship Type="http://schemas.openxmlformats.org/officeDocument/2006/relationships/slide" Target="/ppt/slides/slide7.xml" Id="R06039118a0ba4119" /><Relationship Type="http://schemas.openxmlformats.org/officeDocument/2006/relationships/slide" Target="/ppt/slides/slide8.xml" Id="Ra8d4420778784535" /><Relationship Type="http://schemas.openxmlformats.org/officeDocument/2006/relationships/slide" Target="/ppt/slides/slide9.xml" Id="Rc9135285eabe4ba3" /><Relationship Type="http://schemas.openxmlformats.org/officeDocument/2006/relationships/slide" Target="/ppt/slides/slide10.xml" Id="R121e99c5ecba4597" /><Relationship Type="http://schemas.openxmlformats.org/officeDocument/2006/relationships/slide" Target="/ppt/slides/slide11.xml" Id="Rb0ce863953354020" /><Relationship Type="http://schemas.openxmlformats.org/officeDocument/2006/relationships/slide" Target="/ppt/slides/slide12.xml" Id="Rbd60726a74964459" /><Relationship Type="http://schemas.openxmlformats.org/officeDocument/2006/relationships/slide" Target="/ppt/slides/slide13.xml" Id="R773023f6762b41c7" /><Relationship Type="http://schemas.openxmlformats.org/officeDocument/2006/relationships/slide" Target="/ppt/slides/slide14.xml" Id="R08c68933d30149a3" /><Relationship Type="http://schemas.openxmlformats.org/officeDocument/2006/relationships/slide" Target="/ppt/slides/slide15.xml" Id="Rf9d8b3e4827c4766" /><Relationship Type="http://schemas.openxmlformats.org/officeDocument/2006/relationships/slide" Target="/ppt/slides/slide16.xml" Id="Re6fb6ea6f7fe4186" /><Relationship Type="http://schemas.openxmlformats.org/officeDocument/2006/relationships/slide" Target="/ppt/slides/slide17.xml" Id="R4c1680e81401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1cc583977844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bc8bef055412f" /><Relationship Type="http://schemas.openxmlformats.org/officeDocument/2006/relationships/notesMaster" Target="/ppt/notesMasters/notesMaster1.xml" Id="R90b00d01bea0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29abde02c4089" /><Relationship Type="http://schemas.openxmlformats.org/officeDocument/2006/relationships/notesMaster" Target="/ppt/notesMasters/notesMaster1.xml" Id="Rffb7b7e5a09740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361096d454173" /><Relationship Type="http://schemas.openxmlformats.org/officeDocument/2006/relationships/notesMaster" Target="/ppt/notesMasters/notesMaster1.xml" Id="R2a787fe92f704c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e98fcdc1b64179" /><Relationship Type="http://schemas.openxmlformats.org/officeDocument/2006/relationships/notesMaster" Target="/ppt/notesMasters/notesMaster1.xml" Id="R05c96cc957344f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d918c5c4142ab" /><Relationship Type="http://schemas.openxmlformats.org/officeDocument/2006/relationships/notesMaster" Target="/ppt/notesMasters/notesMaster1.xml" Id="Rf3cd9402ef8f45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bfc9ef35d542dd" /><Relationship Type="http://schemas.openxmlformats.org/officeDocument/2006/relationships/notesMaster" Target="/ppt/notesMasters/notesMaster1.xml" Id="Re7701ff70b2e47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7087f5435c4ffe" /><Relationship Type="http://schemas.openxmlformats.org/officeDocument/2006/relationships/notesMaster" Target="/ppt/notesMasters/notesMaster1.xml" Id="R448c45a580ec4c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64dbbcaf1f442b" /><Relationship Type="http://schemas.openxmlformats.org/officeDocument/2006/relationships/notesMaster" Target="/ppt/notesMasters/notesMaster1.xml" Id="Rbf699c74817343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4c8f66a24a4d86" /><Relationship Type="http://schemas.openxmlformats.org/officeDocument/2006/relationships/notesMaster" Target="/ppt/notesMasters/notesMaster1.xml" Id="Rfbf3453fda234b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2adfd63b494450" /><Relationship Type="http://schemas.openxmlformats.org/officeDocument/2006/relationships/notesMaster" Target="/ppt/notesMasters/notesMaster1.xml" Id="R236daf87706547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c78febe8014b0b" /><Relationship Type="http://schemas.openxmlformats.org/officeDocument/2006/relationships/notesMaster" Target="/ppt/notesMasters/notesMaster1.xml" Id="R040078573e194c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ff9efb6d4049e7" /><Relationship Type="http://schemas.openxmlformats.org/officeDocument/2006/relationships/notesMaster" Target="/ppt/notesMasters/notesMaster1.xml" Id="R8eb73dc1d6d943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a4b6ea8ce34bdc" /><Relationship Type="http://schemas.openxmlformats.org/officeDocument/2006/relationships/notesMaster" Target="/ppt/notesMasters/notesMaster1.xml" Id="R3d3c9b55c00c47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813f913e884b03" /><Relationship Type="http://schemas.openxmlformats.org/officeDocument/2006/relationships/notesMaster" Target="/ppt/notesMasters/notesMaster1.xml" Id="R142ab9cbbf3547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f589f9db414765" /><Relationship Type="http://schemas.openxmlformats.org/officeDocument/2006/relationships/notesMaster" Target="/ppt/notesMasters/notesMaster1.xml" Id="Raed00845c42c4e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26c7ab457c4bcd" /><Relationship Type="http://schemas.openxmlformats.org/officeDocument/2006/relationships/notesMaster" Target="/ppt/notesMasters/notesMaster1.xml" Id="R11759cc8842740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0e15d66d5145d1" /><Relationship Type="http://schemas.openxmlformats.org/officeDocument/2006/relationships/notesMaster" Target="/ppt/notesMasters/notesMaster1.xml" Id="R5c55a155604540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README.md:3-19</a:t>
            </a:r>
          </a:p>
          <a:p xmlns:a="http://schemas.openxmlformats.org/drawingml/2006/main">
            <a:r>
              <a:t>pyproject.toml:1-19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README.md:3</a:t>
            </a:r>
          </a:p>
          <a:p xmlns:a="http://schemas.openxmlformats.org/drawingml/2006/main">
            <a:r>
              <a:t>README.md:17-31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src/evofact/cli.py:65-78</a:t>
            </a:r>
          </a:p>
          <a:p xmlns:a="http://schemas.openxmlformats.org/drawingml/2006/main">
            <a:r>
              <a:t>src/evofact/experiments/meta_runner.py:50-107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pyproject.toml:1-19</a:t>
            </a:r>
          </a:p>
          <a:p xmlns:a="http://schemas.openxmlformats.org/drawingml/2006/main">
            <a:r>
              <a:t>src/evofact目录静态结构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src/evofact/cli.py:22-32</a:t>
            </a:r>
          </a:p>
          <a:p xmlns:a="http://schemas.openxmlformats.org/drawingml/2006/main">
            <a:r>
              <a:t>src/evofact/cli.py:34-100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src/evofact/routing/router.py:4-22</a:t>
            </a:r>
          </a:p>
          <a:p xmlns:a="http://schemas.openxmlformats.org/drawingml/2006/main">
            <a:r>
              <a:t>src/evofact/runtime/inference.py:6-18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src/evofact/core/models.py:24-384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src/evofact/data/episodes.py:14-52</a:t>
            </a:r>
          </a:p>
          <a:p xmlns:a="http://schemas.openxmlformats.org/drawingml/2006/main">
            <a:r>
              <a:t>src/evofact/data/domains.py:39-48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src/evofact/experiments/runner.py:41-52</a:t>
            </a:r>
          </a:p>
          <a:p xmlns:a="http://schemas.openxmlformats.org/drawingml/2006/main">
            <a:r>
              <a:t>src/evofact/core/models.py:200-220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src/evofact/evolution/firewall.py:9-39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src/evofact/experiments/meta_runner.py:83-94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src/evofact/validation/transfer.py:23-67</a:t>
            </a:r>
          </a:p>
          <a:p xmlns:a="http://schemas.openxmlformats.org/drawingml/2006/main">
            <a:r>
              <a:t>src/evofact/evolution/identity.py:13-25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src/evofact/validation/meta_gate.py:7-49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src/evofact/skills/repository.py:20-73</a:t>
            </a:r>
          </a:p>
          <a:p xmlns:a="http://schemas.openxmlformats.org/drawingml/2006/main">
            <a:r>
              <a:t>src/evofact/experiments/checkpoint.py:17-41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tests/test_suite.py:33-118</a:t>
            </a:r>
          </a:p>
          <a:p xmlns:a="http://schemas.openxmlformats.org/drawingml/2006/main">
            <a:r>
              <a:t>tests/test_demse.py:28-119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src/evofact/data/base.py:7-16</a:t>
            </a:r>
          </a:p>
          <a:p xmlns:a="http://schemas.openxmlformats.org/drawingml/2006/main">
            <a:r>
              <a:t>src/evofact/skills/loader.py:19-38</a:t>
            </a:r>
          </a:p>
          <a:p xmlns:a="http://schemas.openxmlformats.org/drawingml/2006/main">
            <a:r>
              <a:t>src/evofact/validation/meta_gate.py:7-49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>课程README.md</a:t>
            </a:r>
          </a:p>
          <a:p xmlns:a="http://schemas.openxmlformats.org/drawingml/2006/main">
            <a:r>
              <a:t>source-map.json</a:t>
            </a:r>
          </a:p>
          <a:p xmlns:a="http://schemas.openxmlformats.org/drawingml/2006/main">
            <a:r>
              <a:t>证据类型：静态源码或项目文档；本课程未运行项目代码。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6e83c060c41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11a727ee7a4042" /><Relationship Type="http://schemas.openxmlformats.org/officeDocument/2006/relationships/slideLayout" Target="/ppt/slideLayouts/slideLayout1.xml" Id="R311e9788bbe3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e9788bbe3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46755095544ff" /><Relationship Type="http://schemas.openxmlformats.org/officeDocument/2006/relationships/notesSlide" Target="/ppt/notesSlides/notesSlide1.xml" Id="R597d839833104b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171fe7b4f4455" /><Relationship Type="http://schemas.openxmlformats.org/officeDocument/2006/relationships/notesSlide" Target="/ppt/notesSlides/notesSlide2.xml" Id="R7697d42172fb49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10cbe520a47e5" /><Relationship Type="http://schemas.openxmlformats.org/officeDocument/2006/relationships/notesSlide" Target="/ppt/notesSlides/notesSlide3.xml" Id="Re360b24b3f9345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879f5f2124f5e" /><Relationship Type="http://schemas.openxmlformats.org/officeDocument/2006/relationships/notesSlide" Target="/ppt/notesSlides/notesSlide4.xml" Id="R087955451aeb40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546fcc8f04cf4" /><Relationship Type="http://schemas.openxmlformats.org/officeDocument/2006/relationships/notesSlide" Target="/ppt/notesSlides/notesSlide5.xml" Id="R5b0fa3f0fc434a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e7966c0984304" /><Relationship Type="http://schemas.openxmlformats.org/officeDocument/2006/relationships/notesSlide" Target="/ppt/notesSlides/notesSlide6.xml" Id="R0bcb8f73666b45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06d7f8aa84b50" /><Relationship Type="http://schemas.openxmlformats.org/officeDocument/2006/relationships/notesSlide" Target="/ppt/notesSlides/notesSlide7.xml" Id="R42111d996f9c47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c87c018634e77" /><Relationship Type="http://schemas.openxmlformats.org/officeDocument/2006/relationships/notesSlide" Target="/ppt/notesSlides/notesSlide8.xml" Id="R4f645e1253b742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ae10377734f8c" /><Relationship Type="http://schemas.openxmlformats.org/officeDocument/2006/relationships/notesSlide" Target="/ppt/notesSlides/notesSlide9.xml" Id="R70ef05a72bac48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8439be5ef468c" /><Relationship Type="http://schemas.openxmlformats.org/officeDocument/2006/relationships/notesSlide" Target="/ppt/notesSlides/notesSlide10.xml" Id="R55bb954434aa4a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c2b67ae4f4ba7" /><Relationship Type="http://schemas.openxmlformats.org/officeDocument/2006/relationships/notesSlide" Target="/ppt/notesSlides/notesSlide11.xml" Id="R52d1983468b24e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9592663784cbd" /><Relationship Type="http://schemas.openxmlformats.org/officeDocument/2006/relationships/notesSlide" Target="/ppt/notesSlides/notesSlide12.xml" Id="R03f11b70ca2646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4516b86f04f57" /><Relationship Type="http://schemas.openxmlformats.org/officeDocument/2006/relationships/notesSlide" Target="/ppt/notesSlides/notesSlide13.xml" Id="Rbba524e4ed34444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364e28b164562" /><Relationship Type="http://schemas.openxmlformats.org/officeDocument/2006/relationships/notesSlide" Target="/ppt/notesSlides/notesSlide14.xml" Id="Refcec1c184b84f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e9f7b9a444392" /><Relationship Type="http://schemas.openxmlformats.org/officeDocument/2006/relationships/notesSlide" Target="/ppt/notesSlides/notesSlide15.xml" Id="R3aa4a0be2b464d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a1257dbbd4dd1" /><Relationship Type="http://schemas.openxmlformats.org/officeDocument/2006/relationships/notesSlide" Target="/ppt/notesSlides/notesSlide16.xml" Id="Rdbb77c3abaf742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2c8cb4b4e444d" /><Relationship Type="http://schemas.openxmlformats.org/officeDocument/2006/relationships/notesSlide" Target="/ppt/notesSlides/notesSlide17.xml" Id="R70e9bf5e813641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56816-1066-48B5-B5CE-61188E1C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524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F04EC-3816-4F9B-8016-114D5EA7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90625"/>
            <a:ext cx="828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EvoFactSkill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源码课程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AA5D6-9E02-453A-A888-9D57A289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85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D8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8D8F4"/>
                </a:solidFill>
                <a:latin typeface="Microsoft YaHei"/>
                <a:ea typeface="Microsoft YaHei"/>
                <a:cs typeface="Microsoft YaHei"/>
              </a:rPr>
              <a:t>从普通事实核验到域情景元门控技能进化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2F0CC-5A00-40DD-8489-00790FEC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053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5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5D3"/>
                </a:solidFill>
                <a:latin typeface="Microsoft YaHei"/>
                <a:ea typeface="Microsoft YaHei"/>
                <a:cs typeface="Microsoft YaHei"/>
              </a:rPr>
              <a:t>分析快照：未提交工作树 · 2026-09-07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2D863-7BEF-4C09-9C5C-3DA48EA9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673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17 slides</a:t>
            </a:r>
          </a:p>
        </p:txBody>
      </p:sp>
    </p:spTree>
    <p:extLst>
      <p:ext uri="{BB962C8B-B14F-4D97-AF65-F5344CB8AC3E}">
        <p14:creationId xmlns:p14="http://schemas.microsoft.com/office/powerpoint/2010/main" val="1779535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5685B-BE80-4470-A628-7A51B31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13266-593E-4725-9D28-C61A3379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项目为什么存在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C6D29-0B8C-4C86-A770-4F58574E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0EBA0-E81D-4EB9-A052-0968F1AF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README.md:3-31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71C55-D027-4B7C-A69C-A526B0EB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固定提示和固定专家难以处理领域漂移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0479-1B10-48DF-904A-219A4B94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底层语言模型保持冻结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能力变化落在技能、路由和工作流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候选必须在未参与生成的领域证明价值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9A819-99C7-4F78-858F-623F35D3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85900"/>
            <a:ext cx="409575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5DCF2-3A9C-4B7F-8887-59FAFD12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907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核心对象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907E6-AA51-42D8-A344-3DE2AC55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SkillBank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2A00A-3B18-4C75-92BA-F0040DF1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rPr>
              <a:t>可读</a:t>
            </a:r>
          </a:p>
          <a:p xmlns:a="http://schemas.openxmlformats.org/drawingml/2006/main">
            <a:pPr algn="l">
              <a:defRPr sz="1800" b="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rPr>
              <a:t>可版本化</a:t>
            </a:r>
          </a:p>
          <a:p xmlns:a="http://schemas.openxmlformats.org/drawingml/2006/main">
            <a:pPr algn="l">
              <a:defRPr sz="1800" b="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9D6E2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</p:spTree>
    <p:extLst>
      <p:ext uri="{BB962C8B-B14F-4D97-AF65-F5344CB8AC3E}">
        <p14:creationId xmlns:p14="http://schemas.microsoft.com/office/powerpoint/2010/main" val="1134057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1954B-3FD1-4CC8-81C8-2F363F7F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9153-5385-4D9D-ADA0-46161680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课程主线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855A9-E43A-4676-ADDB-020FA8E9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CDA39-BFAC-4E88-8F1A-AD7A57C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src/evofact/cli.py:65-78 · experiments/meta_runner.py:50-107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96C5A-89D1-425D-95CF-C1E23301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meta-evolve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命令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738DE-8FF4-44A8-A174-3F6D8309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55" y="1714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域情景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27BCF-8088-425F-85D7-A041C775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1714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CE7C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候选技能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4E7D7-E0C5-4DCF-AC72-82FC7EC0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915" y="1714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跨域评估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与门控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C6220-EA64-4974-B5EE-57359EB9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095" y="1714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SkillBank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cxnSp>
        <p:nvCxnSpPr>
          <p:cNvPr id="2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8905" y="2162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71085" y="2162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73265" y="2162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75445" y="2162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790AE-3902-4631-96EB-D68E5EF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整套课程围绕这一条真实调用链展开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8773B-D507-43AC-8CBD-D82E706A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95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先建立边界，再追踪数据对象，最后学习如何安全扩展。</a:t>
            </a:r>
          </a:p>
        </p:txBody>
      </p:sp>
    </p:spTree>
    <p:extLst>
      <p:ext uri="{BB962C8B-B14F-4D97-AF65-F5344CB8AC3E}">
        <p14:creationId xmlns:p14="http://schemas.microsoft.com/office/powerpoint/2010/main" val="482967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DDDF6F-AE3F-40E4-8A19-A8CA808D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E5A3-EBF6-47B8-94BE-5C0A0EE5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仓库责任地图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F7ABD-0529-4FAD-9933-E5E9BC7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C47F4-FCCD-4029-9442-5ACB8CE6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pyproject.toml:1-19 · src/evofact/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77496-2D52-42BA-9D9E-13F2A725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C2D6B-04E1-441A-92F2-8872B09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2954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cli.py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567CE-BA77-47E1-AC69-B428C03D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95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解析命令并分派流程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73D8A-C797-41AE-9B14-024F2650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5F658-42AD-4B78-8871-95EF3179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契约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9D862-338E-4DCD-B2EE-15F1C332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240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core/models.py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82F3B-9DFC-4B87-BC3A-C9881BDE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跨模块数据对象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6B195-CCC3-4ECA-B334-0092D6AC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23D5B-72AC-44D9-9E7D-50C7A3C7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875BE-51C1-4F0A-A3DA-C308F705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52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data/ + evolution/firewall.py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2BBBD-B1E9-4FDF-85A3-A141D638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域划分、清单和防泄漏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FBC1B-7B57-4B14-8C87-2C58BC89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D9C2A-E1BC-4F55-9480-E42F763D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7B88B-892E-4E2C-9D52-B90012C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routing/ + runtime/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71FFE-096A-4DA9-81A5-77CD320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813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技能选择与一次判定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28961-E165-42B4-8F20-2795F089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37B6D-1445-474F-8953-4B4FA26E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进化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72EC9-9142-40D8-AEEF-67A96510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100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attribution/ + evolution/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D0BFF-E88F-48DC-9A3E-8EBE67F0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归因、蒸馏和候选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1E899-2869-4D5B-93BA-8EB831CA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0E46C-8FEA-4EC6-B512-C230463D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裁决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C340F-F611-46D3-85A1-A654FF4B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386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validation/ + experiments/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1B3ED-D0B1-41D5-969F-CE61BEF4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38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聚合、门控和编排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9C13B-94E0-407F-BC10-FA61FC1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47FDE-A42A-4CE2-BD9E-2984A622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6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持久化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0D9589-D6AB-46DF-AD8A-6CF1E6FB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673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skills/repository.py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36E995-FEC0-4533-A313-0B141B46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内容哈希、提交和回滚</a:t>
            </a:r>
          </a:p>
        </p:txBody>
      </p:sp>
    </p:spTree>
    <p:extLst>
      <p:ext uri="{BB962C8B-B14F-4D97-AF65-F5344CB8AC3E}">
        <p14:creationId xmlns:p14="http://schemas.microsoft.com/office/powerpoint/2010/main" val="1657672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6FF9E-0E2A-408A-9495-DCF31938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45716-5A36-434D-AAA6-54AF81E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运行入口与命令边界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57B9A-BF9E-4B67-984F-3C5D3539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A6FF3-7165-43AE-B42F-5D6C7959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src/evofact/cli.py:22-32, 34-100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9AB96-77FD-4B56-99C4-37656B52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rPr>
              <a:t>build_parser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E9EE0-55EA-4D7F-A074-45D5973B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定义可用命令与参数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7F6E7-2E9C-4E8C-B405-2A2D24AC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CE8F7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54943-4F7B-4186-B2C8-FDA8CF20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55" y="2857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EFE9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dry-run /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B8025-C524-418C-9494-F7713C1A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2857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CE5CA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evolve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793AC-E2B3-48D2-A77C-A86344AF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915" y="2857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7DFF2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meta-evolve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9133F-A924-4BAC-B7E0-07D9BDC6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095" y="285750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2E7EC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8905" y="3305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71085" y="3305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73265" y="3305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75445" y="33051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5593D-86B6-4A5B-B094-02BBC0ED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62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_run按命令选择数据、Runner、报告器或SkillRepository</a:t>
            </a:r>
          </a:p>
        </p:txBody>
      </p:sp>
    </p:spTree>
    <p:extLst>
      <p:ext uri="{BB962C8B-B14F-4D97-AF65-F5344CB8AC3E}">
        <p14:creationId xmlns:p14="http://schemas.microsoft.com/office/powerpoint/2010/main" val="1844562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8713C-A537-4634-8134-CB0E696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81FD6-7E80-40E9-A512-D273310A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一次普通推理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07A68-791C-4CAA-ABD9-8A2E346E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DE6F4-98AA-4A50-9FE2-F75358A8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routing/router.py:4-22 · runtime/inference.py:6-18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2A794-3DED-42BD-9F0B-47DECECE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Sample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public_view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4BCD3-8963-4D43-82A3-BE612D1B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55" y="165735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SkillRouter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选择专家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70558-9343-447B-8267-9E413EE7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735" y="165735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CE7C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生成报告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47456-2368-4DAF-9B5F-3BD2C9A3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915" y="165735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Judge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给出判定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7A877-3023-4548-BEDB-0A562E98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095" y="1657350"/>
            <a:ext cx="195453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InferenceTrace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保存事实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68905" y="2105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71085" y="2105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73265" y="2105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75445" y="21050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82DB-3408-4A88-ADC7-FEDC35B3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utility-aware 路由评分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48A19-1DB0-47FD-96B3-66846871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适用域 + 触发权重 + 边际效用 − 成本 − 负迁移惩罚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0BAF6-0932-4DCE-9416-0D356F71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Judge不参与专家路由。运行时在专家报告之后单独选择Judge。</a:t>
            </a:r>
          </a:p>
        </p:txBody>
      </p:sp>
    </p:spTree>
    <p:extLst>
      <p:ext uri="{BB962C8B-B14F-4D97-AF65-F5344CB8AC3E}">
        <p14:creationId xmlns:p14="http://schemas.microsoft.com/office/powerpoint/2010/main" val="715117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9E35B-73D7-48EA-B7C2-2F61FC11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54F3A-D6D7-4DAD-A152-8A74724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核心数据契约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DC463-7811-44D7-97A2-9659FF83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BD6B6-9B6C-4316-A512-990A6745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src/evofact/core/models.py:24-384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C504E-4F98-4647-B80C-5D55D60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14288">
            <a:solidFill>
              <a:srgbClr val="A9B6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FA846-1295-4051-815F-F34BB6A5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144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008C6-8479-43CA-B267-B5AD8179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输入与公开视图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DF84D-EC55-46A0-8735-2AC7FB0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1ED"/>
          </a:solidFill>
          <a:ln xmlns:a="http://schemas.openxmlformats.org/drawingml/2006/main" w="14288">
            <a:solidFill>
              <a:srgbClr val="A9B6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D31C2-7B24-447E-BB3E-F3C65EE6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144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InferenceTrace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33041-819C-4085-B028-E9D5885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24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一次推理事实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1640A-C61B-4E26-88D3-C92D740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14288">
            <a:solidFill>
              <a:srgbClr val="A9B6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05DA9-D270-4974-A16A-F55D371B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DomainEpisode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F7C65-05A2-452F-AE98-50140098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域级内外层划分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488F3-2370-466B-9D00-B1306C5C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1ED"/>
          </a:solidFill>
          <a:ln xmlns:a="http://schemas.openxmlformats.org/drawingml/2006/main" w="14288">
            <a:solidFill>
              <a:srgbClr val="A9B6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06D47D-24A2-49E7-BDE2-6FAECBE8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432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EpisodeEvaluation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A1B4F-449D-4F58-B5D8-5112B3FE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528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一次候选配对比较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883CF-EDD5-4F22-A20F-95B4138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4ECF7"/>
          </a:solidFill>
          <a:ln xmlns:a="http://schemas.openxmlformats.org/drawingml/2006/main" w="14288">
            <a:solidFill>
              <a:srgbClr val="A9B6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B015E-36FD-401D-95D2-39900EB4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TransferUtility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2E56F-34F8-48BA-9C9C-B1EF805C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跨情景迁移摘要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B3E20-A5B7-4F24-BBB0-E5B7AD3D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38625"/>
            <a:ext cx="4762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1ED"/>
          </a:solidFill>
          <a:ln xmlns:a="http://schemas.openxmlformats.org/drawingml/2006/main" w="14288">
            <a:solidFill>
              <a:srgbClr val="A9B6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AC591-94F8-4318-BEB0-7F8D3975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719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MetaGateDecision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0C3A6-F498-4235-A5CA-EE4CDD86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81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候选状态与目标域</a:t>
            </a:r>
          </a:p>
        </p:txBody>
      </p:sp>
    </p:spTree>
    <p:extLst>
      <p:ext uri="{BB962C8B-B14F-4D97-AF65-F5344CB8AC3E}">
        <p14:creationId xmlns:p14="http://schemas.microsoft.com/office/powerpoint/2010/main" val="19904259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BA6F5-EA96-4B25-B358-FE7620A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9DBE7-9C68-40B8-A3E6-F2CF8B81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域情景采样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C1B91-358D-47D2-9BFD-482AF1B4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19F62-ECF8-4361-9552-1D0B375C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src/evofact/data/episodes.py:14-52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7053C-2C6C-4F25-A665-B06C1A99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2857500" cy="3143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1EA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7F0F2-D623-43AE-A2AB-7C82FD8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源领域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3B2B4-294A-4853-8D1D-EAD2656D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health</a:t>
            </a:r>
          </a:p>
          <a:p xmlns:a="http://schemas.openxmlformats.org/drawingml/2006/main">
            <a:pPr algn="ctr"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politics</a:t>
            </a:r>
          </a:p>
          <a:p xmlns:a="http://schemas.openxmlformats.org/drawingml/2006/main">
            <a:pPr algn="ctr"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science</a:t>
            </a:r>
          </a:p>
          <a:p xmlns:a="http://schemas.openxmlformats.org/drawingml/2006/main">
            <a:pPr algn="ctr"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finance</a:t>
            </a:r>
          </a:p>
          <a:p xmlns:a="http://schemas.openxmlformats.org/drawingml/2006/main">
            <a:pPr algn="ctr">
              <a:def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disaster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533B9-1FC3-4129-AB5A-24D3FA18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28750"/>
            <a:ext cx="28384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DDF2EC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3556C-1326-4C63-8A87-9AAD9FFB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meta-train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4121B-8ED9-425A-8320-2E01E478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848A-B62F-4A13-8507-FD8B9F9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8384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CE4C9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35BC9-1627-4008-96EF-4895091C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meta-test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A312A-2AAC-4361-B3AE-E33E172B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迁移门控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63DAF-94DD-4A36-BFED-5E828E7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09700"/>
            <a:ext cx="2857500" cy="3143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1BE23-4962-42DA-8F8B-3A140117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668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最终测试域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7FA2E-9488-429B-B96A-27D9C90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288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outer_holdout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A4B55-25C3-4C0B-8A78-74486EC5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FDAE3"/>
                </a:solidFill>
                <a:latin typeface="Microsoft YaHei"/>
                <a:ea typeface="Microsoft YaHei"/>
                <a:cs typeface="Microsoft YaHei"/>
              </a:rPr>
              <a:t>全过程封存</a:t>
            </a:r>
          </a:p>
          <a:p xmlns:a="http://schemas.openxmlformats.org/drawingml/2006/main">
            <a:pPr algn="ctr">
              <a:defRPr sz="1650" b="0">
                <a:solidFill>
                  <a:srgbClr val="CFDA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FDAE3"/>
                </a:solidFill>
                <a:latin typeface="Microsoft YaHei"/>
                <a:ea typeface="Microsoft YaHei"/>
                <a:cs typeface="Microsoft YaHei"/>
              </a:rPr>
              <a:t>不参与任何episode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791DC-3CFC-46B3-AF00-5606AEDB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不变量：域互斥，源域全覆盖，最终域不可见</a:t>
            </a:r>
          </a:p>
        </p:txBody>
      </p:sp>
    </p:spTree>
    <p:extLst>
      <p:ext uri="{BB962C8B-B14F-4D97-AF65-F5344CB8AC3E}">
        <p14:creationId xmlns:p14="http://schemas.microsoft.com/office/powerpoint/2010/main" val="1761718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B313A-0C5E-4516-A0D8-B5DD212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A5D88-25DC-4250-B2A1-424DB5CF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meta-train内层进化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F4FC1-4039-4583-9A32-B5C2E843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4F616-8BEE-47BC-9F49-3CFA188B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experiments/runner.py:41-52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A30C5-4B5C-404E-A337-8E40868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58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前向推理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5D5C2-1BF9-4F9C-8A4F-72A93BFF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525" y="1619250"/>
            <a:ext cx="158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错误归因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5250-44EC-4E17-A65E-9A4FB5AB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675" y="1619250"/>
            <a:ext cx="158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CE7C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反事实贡献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D49B5-DB46-4113-9BC6-282F8730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158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稳定聚类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855D5-8D84-48A5-897B-AE44B77A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975" y="1619250"/>
            <a:ext cx="158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经验蒸馏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EB988-38AC-4A30-8CE4-309988BF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1619250"/>
            <a:ext cx="1587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候选提案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01875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37025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72175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07325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642475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4EA45-EE87-409B-A55F-85D0937C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内层回答：从已见域错误中，可以提炼出什么可复用技能？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3A631-3E1B-40AC-A8EB-C75701A2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575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每条候选保留source_trace_ids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575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生命周期操作不只ADD，还包括EDIT、SPLIT、MERGE等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575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候选此时尚未获得进入活动库的资格</a:t>
            </a:r>
          </a:p>
        </p:txBody>
      </p:sp>
    </p:spTree>
    <p:extLst>
      <p:ext uri="{BB962C8B-B14F-4D97-AF65-F5344CB8AC3E}">
        <p14:creationId xmlns:p14="http://schemas.microsoft.com/office/powerpoint/2010/main" val="676025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7119F-225F-44C5-9416-1734D49C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9BE3D-A19A-4DF9-B481-D12B61F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候选防火墙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97C28-F9E4-4C0B-BAFC-07255BB5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9518E-8CDF-4E97-9CC9-74524DF9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evolution/firewall.py:9-39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CEA52-A497-4E76-A481-2A6CBCD3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3810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2EEF7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F6F7A-A63E-48A2-8CB9-4EAE9F8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85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rPr>
              <a:t>允许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96C23-296D-4ADC-9AB9-69AEB58F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meta-train轨迹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对应的错误归因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脱敏的公开样本视图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0F323-1E20-4F5C-8C87-CA2E8C6B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3810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DED8"/>
          </a:solidFill>
          <a:ln xmlns:a="http://schemas.openxmlformats.org/drawingml/2006/main" w="14288">
            <a:solidFill>
              <a:srgbClr val="B64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B03E7-AD67-4B2A-893B-76EE8634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85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3EBA4-27EA-4F5E-B418-D9C945A9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meta-test样本内容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最终测试域信息</a:t>
            </a:r>
          </a:p>
          <a:p xmlns:a="http://schemas.openxmlformats.org/drawingml/2006/main">
            <a:pPr marL="254000" indent="-127000" algn="l">
              <a:spcAft>
                <a:spcPts val="1000"/>
              </a:spcAft>
              <a:buChar char="•"/>
              <a:def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来源不在允许集合的归因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A30C4-B6D6-4F52-86FB-5EEF8994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防火墙是可执行的隔离检查，但仍需限制生成器只接收MetaTrainView。</a:t>
            </a:r>
          </a:p>
        </p:txBody>
      </p:sp>
    </p:spTree>
    <p:extLst>
      <p:ext uri="{BB962C8B-B14F-4D97-AF65-F5344CB8AC3E}">
        <p14:creationId xmlns:p14="http://schemas.microsoft.com/office/powerpoint/2010/main" val="2401230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C2C9A-DB3B-4BEE-BF58-C6785638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8D4A-C80F-48C8-9750-4C3E4C8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meta-test配对评估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F2CF3-9CB7-445B-85C1-0EE905BD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B4F95-BC65-4EE1-81F0-DC798CDD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experiments/meta_runner.py:83-94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C0FB5-3C3A-40E0-A943-DB1B66ED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40005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3ECF7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24BA9-5514-458D-B9E5-51D481C9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621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基线 SkillBank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15D7D-9B2E-4B93-9C18-51115B26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9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同一批meta-test样本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32173-C773-4FD3-B837-FEDCA46D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40005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3E2C2-A5FA-48E1-ABC0-811EEC96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621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候选 SkillBank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D2125-7A1F-4EAA-B06D-60FBCFDD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相同重复次数与预算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BE16-563E-4B41-B46D-07A86EC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6E2BF-B58A-4537-ABD6-70ECBB4D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790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FEAF5"/>
          </a:solidFill>
          <a:ln xmlns:a="http://schemas.openxmlformats.org/drawingml/2006/main" w="14288">
            <a:solidFill>
              <a:srgbClr val="B1BD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C88D4-520B-4CDF-A025-7DC8FFCD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9E837-EF12-4BFE-8A10-5326F84F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38550"/>
            <a:ext cx="1790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14288">
            <a:solidFill>
              <a:srgbClr val="B1BD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12793-5216-4313-9549-FE07369A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6237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F65C0-5142-44F4-B549-53C6F319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1790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FEAF5"/>
          </a:solidFill>
          <a:ln xmlns:a="http://schemas.openxmlformats.org/drawingml/2006/main" w="14288">
            <a:solidFill>
              <a:srgbClr val="B1BD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E210F-C204-4340-96B1-F6BC0D8D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6237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F870F-4EBE-462C-A5E1-BD4ABFD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790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14288">
            <a:solidFill>
              <a:srgbClr val="B1BD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FDBD5-57E7-417D-B168-8C40ECE2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mean 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B76E2-4784-49F2-BD5C-9FE9E523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38550"/>
            <a:ext cx="17907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FEAF5"/>
          </a:solidFill>
          <a:ln xmlns:a="http://schemas.openxmlformats.org/drawingml/2006/main" w="14288">
            <a:solidFill>
              <a:srgbClr val="B1BD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D3B82-5CC0-4C3D-856B-46810D01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6237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domain deltas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CCA1C-2152-42BD-9978-6D197AFA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meta-test只给出迁移证据，不反向改写候选</a:t>
            </a:r>
          </a:p>
        </p:txBody>
      </p:sp>
    </p:spTree>
    <p:extLst>
      <p:ext uri="{BB962C8B-B14F-4D97-AF65-F5344CB8AC3E}">
        <p14:creationId xmlns:p14="http://schemas.microsoft.com/office/powerpoint/2010/main" val="15028925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0A23F-BD4A-44A0-BF69-A9EB915E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9B5CA-1F76-4581-9A33-F1309D5B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跨情景聚合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B4240-0BAE-40E6-97C9-062C08D0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92EEB-FD40-407E-92D8-4C98E1A9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validation/transfer.py:23-67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31608-C633-485C-97A4-503C01A4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同一语义候选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4A503-ED57-4E7E-B175-07531FC1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Episode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2AB73-C390-4EA5-9DD5-ECB0BB4F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Episode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0F5B1-F4FC-44D5-A5BA-D06302CC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669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CE7C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Episode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06554-6A06-418B-986B-93B5A9C9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TransferUtility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19450" y="27146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72175" y="27146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24900" y="27146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24B95-45D5-4132-BD2B-0300A505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平均增益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928B1-8E2E-4FFC-937A-1EC6E6AE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05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mean_gain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2F608-975E-4904-8280-680160B6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区间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689957-645C-472D-80F2-D9BFDCAB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confidence_interval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365F0-09A2-4694-914C-85663113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负迁移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AC06D-038F-432F-8996-0C66799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05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negative_transfer_rate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CD7F8-88F9-447D-9FFA-94381628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最差域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8B84-ECF4-4095-83D9-92EEDC5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86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worst_domain_drop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05DD0-6619-478D-AFB0-13F8A3C8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覆盖与校准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302F7-B80C-4548-A9BB-5ACCA9BE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coverage / ECE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42E72-87DD-47BA-B74D-797B5C6D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E61FF-2C27-44C1-B781-4C786FB0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86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cost_ratio</a:t>
            </a:r>
          </a:p>
        </p:txBody>
      </p:sp>
    </p:spTree>
    <p:extLst>
      <p:ext uri="{BB962C8B-B14F-4D97-AF65-F5344CB8AC3E}">
        <p14:creationId xmlns:p14="http://schemas.microsoft.com/office/powerpoint/2010/main" val="12269832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811CF-F709-4E10-A2D5-E6CAEC9E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B3085-1A66-4CDC-BF45-CA6F3B7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元门控状态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8421B-0C27-4D82-B48D-F7BFFBF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0744E-7449-435C-8E0B-9CFBDEB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validation/meta_gate.py:7-49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A029F-B28E-4123-AB29-97568091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4857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6B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5871B-0568-4747-A8F9-E21B31D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rPr>
              <a:t>generalized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C85C2-E327-4C6A-A7E1-E216430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全局约束通过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15FD4-BEDC-43AB-BCB2-E3CC5EA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52550"/>
            <a:ext cx="4857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CC8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5DB8D-8083-47EB-A9C2-8D7E3A2B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specialized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E5EFF-426F-49F4-AA68-7B642D13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仅部分领域稳定获益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CBF4F-A7A3-4926-8B2F-A7B42875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4857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462A6-344D-4F57-B5A2-1C5106E2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pareto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6BCD4-B42E-4A29-81DE-137A16A5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有收益但存在权衡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DB1DC-0A91-4108-8C8B-F633036D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33675"/>
            <a:ext cx="4857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B6DB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A0412-24D7-48AA-9193-DF8CC4ED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860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6D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6DB1"/>
                </a:solidFill>
                <a:latin typeface="Microsoft YaHei"/>
                <a:ea typeface="Microsoft YaHei"/>
                <a:cs typeface="Microsoft YaHei"/>
              </a:rPr>
              <a:t>review_required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74365-F8E8-45C5-ACE8-EAE97C9B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0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需要人工安全复核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5E7B5-F2DF-4B7F-8EB6-393D34F1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4857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64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46DD8-74F5-4E08-B14F-D64B0B70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retired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91DB3-8981-4CEB-B47A-E9EC0FD9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退役候选持续有害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A8731-8935-47B7-8E5B-E7F48EE3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14800"/>
            <a:ext cx="4857750" cy="10096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062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D0358-B684-4817-BD4A-88FDECB7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7A45C-38A8-49CF-8894-9FC7BAA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无资格提交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1484D-9205-4B45-9C33-458BEFB9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平均增益为正仍不保证generalized</a:t>
            </a:r>
          </a:p>
        </p:txBody>
      </p:sp>
    </p:spTree>
    <p:extLst>
      <p:ext uri="{BB962C8B-B14F-4D97-AF65-F5344CB8AC3E}">
        <p14:creationId xmlns:p14="http://schemas.microsoft.com/office/powerpoint/2010/main" val="36680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51291-AAEA-4A3D-8CB6-D01FB46C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62F3C-AF5E-4F28-BC6C-BC235CEA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版本、提交与恢复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59D6C-774F-4A8D-B666-3482353D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01797-1D07-4E81-8693-0E38827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skills/repository.py:20-73 · experiments/checkpoint.py:17-41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3E5E2-41B9-41FA-800A-E5C0DD6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候选内容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4BFD1-85C6-485A-AD42-7511D74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192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SHA-256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6F154-FA63-4356-9F77-E0980A49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CE7C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active.json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原子替换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72957-197D-4167-8A36-AF76FB52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19250"/>
            <a:ext cx="25050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9E0F5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events.jsonl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19450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72175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24900" y="206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6BCE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AC62D-284B-443A-9057-1D94BFB6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检查点恢复的三个条件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1A700-6200-4B64-A962-92DAA7EE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ECF7"/>
          </a:solidFill>
          <a:ln xmlns:a="http://schemas.openxmlformats.org/drawingml/2006/main" w="14288">
            <a:solidFill>
              <a:srgbClr val="9EA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910A1-2CAA-41A8-BCDD-0D8ABF3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配置指纹一致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CF4DB-593A-4CC3-BFF9-97088FE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0F1EC"/>
          </a:solidFill>
          <a:ln xmlns:a="http://schemas.openxmlformats.org/drawingml/2006/main" w="14288">
            <a:solidFill>
              <a:srgbClr val="9EACB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CF07D-12CB-41DA-B431-24427464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672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数据指纹一致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CAD32-DE91-4B83-811B-BD1A0F3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ECF7"/>
          </a:solidFill>
          <a:ln xmlns:a="http://schemas.openxmlformats.org/drawingml/2006/main" w="14288">
            <a:solidFill>
              <a:srgbClr val="9EACB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E4632-56DB-42EF-9579-3CA32F5F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SkillBank快照一致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811FD-F398-4586-8BFA-DFDDC4E1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任何条件变化都拒绝复用旧统计</a:t>
            </a:r>
          </a:p>
        </p:txBody>
      </p:sp>
    </p:spTree>
    <p:extLst>
      <p:ext uri="{BB962C8B-B14F-4D97-AF65-F5344CB8AC3E}">
        <p14:creationId xmlns:p14="http://schemas.microsoft.com/office/powerpoint/2010/main" val="10888740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213E7-A2BD-431C-AB2F-D1E65C11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A5CCE-C6D6-47C8-A23A-69F594A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测试与证据边界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EC6B4-2776-4966-AF28-A724EFFB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C4FA9-E259-4BDB-9440-CB81B09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tests/test_suite.py:33-118 · tests/test_demse.py:28-119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04FF8-C49B-4761-AD9A-65949564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426D0-CB31-48BE-A9EF-BC109F69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静态发现的test_方法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B2C80-F0D5-4E35-9F29-094411F7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DA855-8C34-4EFE-ACCB-64628035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DEMSE专项测试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F72A0-65E4-4CEF-BB45-D5504EA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28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45A0F-C2C5-4A57-802B-22BFBD68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本课程实际运行次数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7B208-0E47-42F2-88FE-8446277D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98583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9E6DE"/>
          </a:solidFill>
          <a:ln xmlns:a="http://schemas.openxmlformats.org/drawingml/2006/main" w="14288">
            <a:solidFill>
              <a:srgbClr val="B64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6C8EF-FC0B-49FB-A9F6-8FB6F414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904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静态证据能说明测试存在和断言内容。</a:t>
            </a:r>
          </a:p>
          <a:p xmlns:a="http://schemas.openxmlformats.org/drawingml/2006/main">
            <a:pPr algn="ctr">
              <a:def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463A"/>
                </a:solidFill>
                <a:latin typeface="Microsoft YaHei"/>
                <a:ea typeface="Microsoft YaHei"/>
                <a:cs typeface="Microsoft YaHei"/>
              </a:rPr>
              <a:t>只有实际执行后，才能声明测试通过。</a:t>
            </a:r>
          </a:p>
        </p:txBody>
      </p:sp>
    </p:spTree>
    <p:extLst>
      <p:ext uri="{BB962C8B-B14F-4D97-AF65-F5344CB8AC3E}">
        <p14:creationId xmlns:p14="http://schemas.microsoft.com/office/powerpoint/2010/main" val="15285399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48C5D-64E4-4550-AD20-8416BC2B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8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5758B-BD53-4165-9693-653D71A8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扩展点与学习任务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A8CED-BB0E-47CD-A0C4-A8346831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98E93-7F3A-4E48-9C60-3AC6EA0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06274"/>
                </a:solidFill>
                <a:latin typeface="Microsoft YaHei"/>
                <a:ea typeface="Microsoft YaHei"/>
                <a:cs typeface="Microsoft YaHei"/>
              </a:rPr>
              <a:t>data/base.py · skills/loader.py · validation/meta_gate.py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B6736-1350-4820-A426-FC83983E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CE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0AD24-4F61-4068-81EC-8A9FB15B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143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B9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0CC16-D7A6-4EF1-A96C-2EF1A475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实现Adapter</a:t>
            </a:r>
          </a:p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注册DataRegistry</a:t>
            </a:r>
          </a:p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补泄漏测试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1E8D1-D00C-4946-A7F7-D063F325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28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技能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55FD4-EE67-4BF9-BD6E-28F4385C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143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B9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CECF9-8914-4568-86F3-60508687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新增SKILL.md</a:t>
            </a:r>
          </a:p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设计scope与trigger</a:t>
            </a:r>
          </a:p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验证路由预算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352BD-BA85-4E98-A7AE-A786B59E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8C28"/>
                </a:solidFill>
                <a:latin typeface="Microsoft YaHei"/>
                <a:ea typeface="Microsoft YaHei"/>
                <a:cs typeface="Microsoft YaHei"/>
              </a:rPr>
              <a:t>门控指标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50338-E476-4DDE-8F63-726F148B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143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B9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76157-C90B-4201-B899-D2BDB742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评测字段</a:t>
            </a:r>
          </a:p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跨情景聚合</a:t>
            </a:r>
          </a:p>
          <a:p xmlns:a="http://schemas.openxmlformats.org/drawingml/2006/main">
            <a:pPr algn="ctr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阈值与测试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6A6BC-0D5B-4218-B816-3F3E6B35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练习：为“证据精确率下降不得超过2%”画出修改影响链，并列出四个测试。</a:t>
            </a:r>
          </a:p>
        </p:txBody>
      </p:sp>
    </p:spTree>
    <p:extLst>
      <p:ext uri="{BB962C8B-B14F-4D97-AF65-F5344CB8AC3E}">
        <p14:creationId xmlns:p14="http://schemas.microsoft.com/office/powerpoint/2010/main" val="16847522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0810D-68AE-457C-B61E-67CE852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437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你现在应该能够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915B1-99C1-4C0E-80EB-E692EB46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4677C-6382-4F4F-8E2F-4F2DE5A3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62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定位普通推理与DEMSE入口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DF152-184B-455F-BCBA-6C079226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9D52E-F7DB-40C3-8922-B7FD0D4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146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解释三层域隔离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5CC28-17D6-4738-B83A-D1A38C0E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B3A55-2EC8-470E-B843-793BB998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671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追踪候选生成、聚合与门控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5FC69-AAEB-4568-B7DE-33FDA886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CC8B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85C08-907C-4807-A58F-5F2E249C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96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设计安全扩展并选择测试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E4600-8A05-4AA7-AD5C-3F81A380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8C8D8"/>
                </a:solidFill>
                <a:latin typeface="Microsoft YaHei"/>
                <a:ea typeface="Microsoft YaHei"/>
                <a:cs typeface="Microsoft YaHei"/>
              </a:rPr>
              <a:t>下一步：打开README.md，从模块四开始逐文件跟读。</a:t>
            </a:r>
          </a:p>
        </p:txBody>
      </p:sp>
    </p:spTree>
    <p:extLst>
      <p:ext uri="{BB962C8B-B14F-4D97-AF65-F5344CB8AC3E}">
        <p14:creationId xmlns:p14="http://schemas.microsoft.com/office/powerpoint/2010/main" val="1686172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2026-09-07T06:17:36.2590000Z</dcterms:created>
  <dcterms:modified xsi:type="dcterms:W3CDTF">2026-09-07T06:17:36.2590000Z</dcterms:modified>
</coreProperties>
</file>